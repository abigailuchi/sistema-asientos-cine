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434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1819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6664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9916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5337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061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513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1798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5464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543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2758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1800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71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8583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0292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78308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CINERESERVA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0" y="26060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Asientos para Salas de Cine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3246120"/>
            <a:ext cx="1216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 ·  Lógica de Programación  ·  Paralelo 1-SOF-1B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1605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45262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Lincango Morocho Mayerly Abigail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Docente: Cabezas Erazo Darío Sebastián   ·   27 de junio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que resolvemos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sala de cine no tiene un sistema organizado, es fácil que dos personas terminen reservando el mismo asiento.</a:t>
            </a:r>
            <a:endParaRPr lang="en-US" sz="18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Tampoco hay forma rápida de saber cuántos asientos quedan libres en un momento dado.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genera confusión para el cliente y poco control para el negocio.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406640" y="146304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F5E6E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8745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80960" y="32461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sistema claro, se duplican reservas y se pierde el control de la sala.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del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03120"/>
            <a:ext cx="10332720" cy="2651760"/>
          </a:xfrm>
          <a:prstGeom prst="roundRect">
            <a:avLst>
              <a:gd name="adj" fmla="val 4138"/>
            </a:avLst>
          </a:prstGeom>
          <a:solidFill>
            <a:srgbClr val="F5E6E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788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23317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programa en Python que gestione, de manera sencilla y desde la consola, la reserva de asientos en una sala de cine, aplicando los conceptos de lógica de programación vistos durante el semestre.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puede hacer el sistema?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1500" y="12344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4630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" y="2377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asientos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2940" y="2743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completo de la sala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20540" y="12344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463040"/>
            <a:ext cx="822960" cy="822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11980" y="2377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411980" y="2743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un asiento libre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69580" y="12344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46304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61020" y="2377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161020" y="2743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una reserva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71500" y="37947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4023360"/>
            <a:ext cx="822960" cy="822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940" y="49377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62940" y="53035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en tiempo real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320540" y="37947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4023360"/>
            <a:ext cx="822960" cy="8229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11980" y="49377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411980" y="53035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asiento o cliente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8069580" y="37947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4023360"/>
            <a:ext cx="822960" cy="8229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61020" y="49377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8161020" y="53035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el programa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aplicamos del curso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F3F3F7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5087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– Resolución de problemas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28800" y="1993392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identificó el problema, se pensó la solución y se usó el entorno de Python para programar y depurar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17920" y="128016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F3F3F7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91640"/>
            <a:ext cx="77724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2360" y="15087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– Datos y diagramas de flujo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452360" y="1993392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operadores y el diagrama de flujo del sistema, hecho antes de programar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379476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F3F3F7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06240"/>
            <a:ext cx="777240" cy="777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40233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– Condicionales y bucles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828800" y="4507992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while para el menú, condicionales para validar, y break/continue para salir o reintentar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17920" y="379476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F3F3F7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06240"/>
            <a:ext cx="777240" cy="777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2360" y="40233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– Estructura de datos y funciones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452360" y="4507992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lista para las filas, un diccionario para la sala, y funciones con sus propios parámetros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funcionalidad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768848" y="1417320"/>
            <a:ext cx="55697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camino, de arriba a abajo</a:t>
            </a:r>
            <a:endParaRPr lang="en-US" sz="14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ramas cruzadas: el programa siempre sigue la misma secuencia.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¿Opción invalida?</a:t>
            </a:r>
            <a:endParaRPr lang="en-US" sz="14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un mensaje y vuelve al menu.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¿Eligió salir (opción 6)?</a:t>
            </a:r>
            <a:endParaRPr lang="en-US" sz="14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el programa (FIN).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¿Elegió 1 a 5?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esa funcion y vuelve al menu.</a:t>
            </a:r>
            <a:endParaRPr lang="en-US" sz="14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66C7BE-C8B1-CA0D-D606-A4AA0CAF20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09"/>
          <a:stretch>
            <a:fillRect/>
          </a:stretch>
        </p:blipFill>
        <p:spPr>
          <a:xfrm>
            <a:off x="1639661" y="960120"/>
            <a:ext cx="9239250" cy="5044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arquitectura</a:t>
            </a:r>
            <a:endParaRPr lang="en-US" sz="3000" dirty="0"/>
          </a:p>
        </p:txBody>
      </p:sp>
      <p:pic>
        <p:nvPicPr>
          <p:cNvPr id="3" name="Image 0" descr="diagramas/diagrama_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647506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80900" y="1554480"/>
            <a:ext cx="38576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Usuario</a:t>
            </a:r>
            <a:endParaRPr lang="en-US" sz="14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interactúa por consola (input / print)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Lógica</a:t>
            </a:r>
            <a:endParaRPr lang="en-US" sz="14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que hacen el trabajo (reservar, cancelar...)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diccionario ‘sala’, guardado en memoria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en acción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339840" cy="4297680"/>
          </a:xfrm>
          <a:prstGeom prst="roundRect">
            <a:avLst>
              <a:gd name="adj" fmla="val 1702"/>
            </a:avLst>
          </a:prstGeom>
          <a:solidFill>
            <a:srgbClr val="1A1A2E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36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9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cine_reservas.py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2057400"/>
            <a:ext cx="5669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Ver asientos disponibles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Reservar un asiento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Cancelar una reserva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Consultar ocupacion de la sala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Buscar una reserva</a:t>
            </a:r>
            <a:endParaRPr lang="en-US" sz="130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Salir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Elige una opcion (1-6): 2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Ingresa el codigo del asiento: A1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Ingresa tu nombre: Maria Lopez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 realizada: asiento A1 para Maria Lopez.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0574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1000" y="20116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diagramas en un repositorio de GitHub, con README y control de versiones.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24612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1000" y="32004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video demostrativo mostrando el sistema funcionando de principio a fin.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4434840"/>
            <a:ext cx="640080" cy="6400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01000" y="43891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comentado: cada función explica qué recibe y qué devuelve.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10312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necesita un programa enorme para resolver un problema real.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463040" y="3383280"/>
            <a:ext cx="9235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rgbClr val="E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lógica bien aplicada (condicionales, bucles, funciones y manejo de errores) ya se puede automatizar bastante — y eso nos hace ver con otros ojos la tecnología que usamos todos los días.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521208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58064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Programación  ·  Paralelo 1-SOF-1B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ería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459</TotalTime>
  <Words>571</Words>
  <Application>Microsoft Office PowerPoint</Application>
  <PresentationFormat>Panorámica</PresentationFormat>
  <Paragraphs>79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Rockwell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CineReserva - Proyecto Final</dc:title>
  <dc:subject>PptxGenJS Presentation</dc:subject>
  <dc:creator>Estudiantes 1-SOF-1B</dc:creator>
  <cp:lastModifiedBy>LINCANGO MOROCHO MAYERLY</cp:lastModifiedBy>
  <cp:revision>2</cp:revision>
  <dcterms:created xsi:type="dcterms:W3CDTF">2026-06-27T19:32:10Z</dcterms:created>
  <dcterms:modified xsi:type="dcterms:W3CDTF">2026-06-28T03:33:50Z</dcterms:modified>
</cp:coreProperties>
</file>